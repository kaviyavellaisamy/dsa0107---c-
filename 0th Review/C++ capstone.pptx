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66760" y="914400"/>
            <a:ext cx="2468880" cy="73152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15400" y="1600200"/>
            <a:ext cx="1920240" cy="73152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18320" y="2286000"/>
            <a:ext cx="1417320" cy="73152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66760" y="8321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44200" y="8321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15400" y="15179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71632" y="15179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0" y="22037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08208" y="22037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406640" cy="182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Deadline-Aware Logistics</a:t>
            </a:r>
          </a:p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Scheduling &amp; Delivery</a:t>
            </a:r>
          </a:p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Performance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01568"/>
            <a:ext cx="6858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CDDCE8"/>
                </a:solidFill>
                <a:latin typeface="Aptos"/>
              </a:defRPr>
            </a:pPr>
            <a:r>
              <a:t>A data-driven C++ system for scheduling shipments, managing delays, and measuring delivery outcomes.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434840"/>
            <a:ext cx="6629400" cy="18288"/>
          </a:xfrm>
          <a:prstGeom prst="rect">
            <a:avLst/>
          </a:prstGeom>
          <a:solidFill>
            <a:srgbClr val="3D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736592"/>
            <a:ext cx="20116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rPr sz="1400" dirty="0"/>
              <a:t>COURSE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04672" y="5029200"/>
            <a:ext cx="205740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DSA0710 Object Oriented Programming for  C++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063240" y="4736592"/>
            <a:ext cx="21031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rPr lang="en-IN" sz="1400" dirty="0"/>
              <a:t>PRESENTED</a:t>
            </a:r>
            <a:r>
              <a:rPr lang="en-IN" sz="1100" dirty="0"/>
              <a:t> </a:t>
            </a:r>
            <a:r>
              <a:rPr lang="en-IN" sz="1400" dirty="0"/>
              <a:t>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29200"/>
            <a:ext cx="2331720" cy="10048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KAVIYA V (192421022)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M.NITHIYASHREE (192421101)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Lakshita S (192524108)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Nanditha (1965260011)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623560" y="4736592"/>
            <a:ext cx="19202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rPr sz="1400" dirty="0"/>
              <a:t>PROJECT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5029200"/>
            <a:ext cx="1828800" cy="7561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Mr. </a:t>
            </a:r>
            <a:r>
              <a:rPr lang="en-IN"/>
              <a:t>JEGADEESH </a:t>
            </a:r>
            <a:r>
              <a:rPr lang="en-IN" dirty="0"/>
              <a:t>K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Industrial Professional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Coimbatore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67665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15304C"/>
                </a:solidFill>
                <a:latin typeface="Aptos"/>
              </a:defRPr>
            </a:pPr>
            <a:r>
              <a:t>A unified workflow from shipment registration to measurable delivery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8"/>
            <a:ext cx="6583680" cy="3200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Captures order details, deadlines, priority, vehicle capacity, distance, and driver availability.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Builds delivery sequences using sorting, greedy rules, job sequencing, and priority queues.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Replans pending shipments when delays or urgent orders change the schedule.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Evaluates on-time delivery, lateness, total delivery time, and completed shipments.</a:t>
            </a:r>
          </a:p>
          <a:p>
            <a:pPr>
              <a:spcAft>
                <a:spcPts val="1000"/>
              </a:spcAft>
              <a:defRPr sz="1500">
                <a:solidFill>
                  <a:srgbClr val="2C3B4B"/>
                </a:solidFill>
                <a:latin typeface="Aptos"/>
              </a:defRPr>
            </a:pPr>
            <a:r>
              <a:t>•  Exports results to CSV or stores shipment history in SQLite.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645920"/>
            <a:ext cx="347472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1645920"/>
            <a:ext cx="68580" cy="196596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9288" y="1792224"/>
            <a:ext cx="30906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157984"/>
            <a:ext cx="309067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C3B4B"/>
                </a:solidFill>
                <a:latin typeface="Aptos"/>
              </a:defRPr>
            </a:pPr>
            <a:r>
              <a:t>Deadline-aware scheduling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C3B4B"/>
                </a:solidFill>
                <a:latin typeface="Aptos"/>
              </a:defRPr>
            </a:pPr>
            <a:r>
              <a:t>Dynamic delay management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C3B4B"/>
                </a:solidFill>
                <a:latin typeface="Aptos"/>
              </a:defRPr>
            </a:pPr>
            <a:r>
              <a:t>Algorithm performance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069080"/>
            <a:ext cx="109728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5" y="4082796"/>
            <a:ext cx="102412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069080"/>
            <a:ext cx="109728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0576" y="4082796"/>
            <a:ext cx="102412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4069080"/>
            <a:ext cx="91440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69296" y="4082796"/>
            <a:ext cx="8412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709160"/>
            <a:ext cx="31546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697989"/>
                </a:solidFill>
                <a:latin typeface="Aptos"/>
              </a:defRPr>
            </a:pPr>
            <a:r>
              <a:t>Expected contribution</a:t>
            </a:r>
          </a:p>
          <a:p>
            <a:pPr algn="l">
              <a:spcAft>
                <a:spcPts val="500"/>
              </a:spcAft>
              <a:defRPr sz="1300" b="1">
                <a:solidFill>
                  <a:srgbClr val="697989"/>
                </a:solidFill>
                <a:latin typeface="Aptos"/>
              </a:defRPr>
            </a:pPr>
            <a:r>
              <a:t>More transparent and adaptable shipment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68580" cy="182880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655063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01  Fragmented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20824"/>
            <a:ext cx="3044952" cy="12252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Orders differ in deadlines, priority, package weight, route distance, and estimated travel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68580" cy="18288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655063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02  Changing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0824"/>
            <a:ext cx="3044952" cy="12252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Traffic delays, driver unavailability, and urgent orders can make a fixed schedule ineffective.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68580" cy="1828800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655063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03  Limited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0824"/>
            <a:ext cx="3044952" cy="12252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Without common metrics, it is difficult to identify late shipments or compare scheduling strategies.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886200"/>
            <a:ext cx="10744200" cy="1234440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09651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7BE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07408"/>
            <a:ext cx="99669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How can shipments be scheduled and rescheduled to improve deadline adherence while respecting capacity and driver constraints?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32120"/>
            <a:ext cx="192024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Deadlines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532120"/>
            <a:ext cx="192024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6265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Vehicle capacity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5532120"/>
            <a:ext cx="1920240" cy="310896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577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0F1E30"/>
                </a:solidFill>
                <a:latin typeface="Aptos"/>
              </a:defRPr>
            </a:pPr>
            <a:r>
              <a:t>Delay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5532120"/>
            <a:ext cx="192024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8896" y="5545836"/>
            <a:ext cx="184708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Driver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89888"/>
            <a:ext cx="658368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03604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3716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Manage shipment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716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Register, validate, update, and store shipment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04288"/>
            <a:ext cx="658368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318004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2860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Optimize the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Apply deadline/priority sorting and greedy selection.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18688"/>
            <a:ext cx="658368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232404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2004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Adapt to disruptions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Recalculate pending schedules when delays or urgent orders occur.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33087"/>
            <a:ext cx="658368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146803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148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Measure delivery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Compute on-time rate, late count, lateness, and total delivery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47488"/>
            <a:ext cx="658368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5061203"/>
            <a:ext cx="585216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02920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Compare 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29200"/>
            <a:ext cx="6355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Run strategies on the same test orders and export performance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Proposed 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05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50292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Order details &amp; constraints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17520" y="1993392"/>
            <a:ext cx="50292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54096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Deadline, priority, urgency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21224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76672" y="1993392"/>
            <a:ext cx="502920" cy="310896"/>
          </a:xfrm>
          <a:prstGeom prst="round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Sequence feasible jobs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2904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0376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35824" y="1993392"/>
            <a:ext cx="502920" cy="310896"/>
          </a:xfrm>
          <a:prstGeom prst="round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0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Delay &amp; status updates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92056" y="2542032"/>
            <a:ext cx="292608" cy="0"/>
          </a:xfrm>
          <a:prstGeom prst="line">
            <a:avLst/>
          </a:prstGeom>
          <a:ln w="21590">
            <a:solidFill>
              <a:srgbClr val="697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39528" y="1828800"/>
            <a:ext cx="1993392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94976" y="1993392"/>
            <a:ext cx="502920" cy="310896"/>
          </a:xfrm>
          <a:prstGeom prst="round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31552" y="2007108"/>
            <a:ext cx="42976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4976" y="2423160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5304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4976" y="2816352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2C3B4B"/>
                </a:solidFill>
                <a:latin typeface="Aptos"/>
              </a:defRPr>
            </a:pPr>
            <a:r>
              <a:t>KPIs &amp;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069080"/>
            <a:ext cx="50749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4069080"/>
            <a:ext cx="68580" cy="132588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" y="4215384"/>
            <a:ext cx="46908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Scheduling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4581144"/>
            <a:ext cx="4690872" cy="722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Respect vehicle capacity and driver availability; prioritize urgent and near-deadline orders when feasible.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069080"/>
            <a:ext cx="507492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4069080"/>
            <a:ext cx="68580" cy="132588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73368" y="4215384"/>
            <a:ext cx="46908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Rescheduling 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4581144"/>
            <a:ext cx="4690872" cy="722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Keep completed deliveries fixed, update estimated arrival times, and rebuild the pending schedule after disruptions.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304C"/>
                </a:solidFill>
                <a:latin typeface="Aptos"/>
              </a:defRPr>
            </a:pPr>
            <a:r>
              <a:t>System Architecture Diagram</a:t>
            </a:r>
          </a:p>
        </p:txBody>
      </p:sp>
      <p:pic>
        <p:nvPicPr>
          <p:cNvPr id="4" name="Picture 3" descr="a_clean_infographic_system_architecture_diagram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337" y="914400"/>
            <a:ext cx="81610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A699F"/>
                </a:solidFill>
                <a:latin typeface="Aptos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1 — Shipment Order &amp; Deadline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07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maintain clean shipment records and validate every order before scheduling.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338328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68580" cy="196596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Captured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299923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Order ID • delivery location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Package weight • priority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Deadline • distance • travel time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Delivery status • delay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8580" cy="196596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Object-oriented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86584"/>
            <a:ext cx="299923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Shipment class stores order data.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Methods: validate(), updateStatus(),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estimateArrival().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vector&lt;Shipment&gt; stores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9"/>
            <a:ext cx="3383280" cy="196596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68580" cy="196596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Order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86584"/>
            <a:ext cx="2999232" cy="13624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Create and edit orders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Check unique IDs and valid values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Assign deadlines and priority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Save/load through CSV or SQLite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43400"/>
            <a:ext cx="10561320" cy="777240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507992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7BE"/>
                </a:solidFill>
                <a:latin typeface="Aptos"/>
              </a:defRPr>
            </a:pPr>
            <a:r>
              <a:t>SAMPLE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89704"/>
            <a:ext cx="8458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ORD-104  |  Chennai  |  8 kg  |  High  |  17:00 deadline  |  24 km  | 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32120"/>
            <a:ext cx="182880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5545836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Create / Update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5532120"/>
            <a:ext cx="182880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16936" y="5545836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5532120"/>
            <a:ext cx="182880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28616" y="5545836"/>
            <a:ext cx="1755648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Persist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2 — Job Sequencing-Based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08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produce a feasible sequence that balances deadlines, urgency, and resource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68580" cy="1874519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Scheduling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First-Come, First-Served (FCFS)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Earliest Deadline First (EDF)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Priority-based sorting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• Greedy feasible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8580" cy="1874519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C++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std::vector for shipment lists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std::sort with custom comparator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std::priority_queue for urgent jobs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Classes for Vehicle and 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68580" cy="1874519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Feasibility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Weight must fit vehicle capacity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Driver must be available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Travel time must fit schedule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• Deadline feasibility is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Illustrative sequence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4572000"/>
            <a:ext cx="68580" cy="96012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Pending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A • B • C • 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66160" y="4572000"/>
            <a:ext cx="68580" cy="96012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67328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Rank candidates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Deadline + priority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82512" y="4572000"/>
            <a:ext cx="68580" cy="96012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Check 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Capacity + driver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8864" y="4572000"/>
            <a:ext cx="2395728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98864" y="4572000"/>
            <a:ext cx="68580" cy="960120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00032" y="4718304"/>
            <a:ext cx="2011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5084064"/>
            <a:ext cx="201168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B → A → D →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3 — Dynamic Rescheduling &amp; Delay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09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adapt the pending schedule when real-world conditions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68580" cy="1874519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Rescheduling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Traffic-related delay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Vehicle issue or capacity change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Driver becomes unavailable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New urgent shipment arrives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8580" cy="1874519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Rescheduling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Update travel/arrival estimates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Identify orders at risk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Re-rank pending shipments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C3B4B"/>
                </a:solidFill>
                <a:latin typeface="Aptos"/>
              </a:defRPr>
            </a:pPr>
            <a:r>
              <a:t>Assign available resources again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74519"/>
            <a:ext cx="338328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874519"/>
            <a:ext cx="68580" cy="1874519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2020824"/>
            <a:ext cx="29992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Operational safeguards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86584"/>
            <a:ext cx="2999232" cy="12710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Do not alter completed deliveries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Preserve shipment history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Record delay reason and duration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Recompute affected KPIs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469880" cy="914400"/>
          </a:xfrm>
          <a:prstGeom prst="roundRect">
            <a:avLst/>
          </a:prstGeom>
          <a:solidFill>
            <a:srgbClr val="E0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416552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29669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370832"/>
            <a:ext cx="8412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If Order B is delayed by 30 minutes, recalculate its ETA, flag deadlines at risk, and rebuild the pending sequence.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86400"/>
            <a:ext cx="1737360" cy="310896"/>
          </a:xfrm>
          <a:prstGeom prst="round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5486400"/>
            <a:ext cx="1737360" cy="310896"/>
          </a:xfrm>
          <a:prstGeom prst="round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2549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Recalculate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486400"/>
            <a:ext cx="1737360" cy="310896"/>
          </a:xfrm>
          <a:prstGeom prst="round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4573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Reassign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486400"/>
            <a:ext cx="1737360" cy="310896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65976" y="5500116"/>
            <a:ext cx="1664207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Log outcome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Module 4 — Performance Evaluation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10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5304C"/>
                </a:solidFill>
                <a:latin typeface="Aptos"/>
              </a:defRPr>
            </a:pPr>
            <a:r>
              <a:t>Purpose: turn delivery outcomes into comparable performance 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1828800"/>
            <a:ext cx="68580" cy="914400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On-time delivery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40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On-time completed orders ÷ completed orders ×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828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1928" y="1828800"/>
            <a:ext cx="68580" cy="914400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975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Late shipment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40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Number of orders delivered after their deadlines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71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8" y="2971800"/>
            <a:ext cx="68580" cy="9144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118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Average delivery lateness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483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Total late minutes ÷ number of late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971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81928" y="2971800"/>
            <a:ext cx="68580" cy="914400"/>
          </a:xfrm>
          <a:prstGeom prst="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3118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Total delivery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483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Sum of delivery durations for completed shipments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114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" y="4114800"/>
            <a:ext cx="68580" cy="914400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4261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Completed shipments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626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Count of orders with Delivered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4114800"/>
            <a:ext cx="516636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81928" y="4114800"/>
            <a:ext cx="68580" cy="914400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3096" y="426110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Scheduling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4626864"/>
            <a:ext cx="478231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C3B4B"/>
                </a:solidFill>
                <a:latin typeface="Aptos"/>
              </a:defRPr>
            </a:pPr>
            <a:r>
              <a:t>Feasible completed jobs ÷ eligible jobs ×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5440680"/>
            <a:ext cx="10561320" cy="475488"/>
          </a:xfrm>
          <a:prstGeom prst="round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5532120"/>
            <a:ext cx="10149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Report fields: algorithm • on-time rate • late orders • average lateness • total time •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28B7BE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15304C"/>
                </a:solidFill>
                <a:latin typeface="Aptos"/>
              </a:defRPr>
            </a:pPr>
            <a:r>
              <a:t>Advantages &amp; Expected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11018520" cy="13716"/>
          </a:xfrm>
          <a:prstGeom prst="rect">
            <a:avLst/>
          </a:prstGeom>
          <a:solidFill>
            <a:srgbClr val="DA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97989"/>
                </a:solidFill>
                <a:latin typeface="Aptos"/>
              </a:defRPr>
            </a:pPr>
            <a:r>
              <a:t>DEADLINE-AWARE LOGISTICS SCHEDULING  •  C++ / STL /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2A699F"/>
                </a:solidFill>
                <a:latin typeface="Aptos"/>
              </a:defRPr>
            </a:pPr>
            <a:r>
              <a:t>12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63040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1463040"/>
            <a:ext cx="68580" cy="1078992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0934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Deadline-aware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Makes delivery deadlines a first-class scheduling constraint.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463040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1928" y="1463040"/>
            <a:ext cx="68580" cy="1078992"/>
          </a:xfrm>
          <a:prstGeom prst="rect">
            <a:avLst/>
          </a:prstGeom>
          <a:solidFill>
            <a:srgbClr val="2A6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1609344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975104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Replans pending shipments after delays or urgent 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816352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9808" y="2816352"/>
            <a:ext cx="68580" cy="1078992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2962656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Resource-conscious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328416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Checks vehicle capacity, distance, travel time, and driver availability.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2816352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81928" y="2816352"/>
            <a:ext cx="68580" cy="1078992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2962656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Measurable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328416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Tracks delivery performance through defined KPIs.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169664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8" y="4169664"/>
            <a:ext cx="68580" cy="1078992"/>
          </a:xfrm>
          <a:prstGeom prst="rect">
            <a:avLst/>
          </a:prstGeom>
          <a:solidFill>
            <a:srgbClr val="15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4315968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Modular C++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681728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Separates shipment data, scheduling logic, persistence, and reporting.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4169664"/>
            <a:ext cx="5166360" cy="1078992"/>
          </a:xfrm>
          <a:prstGeom prst="roundRect">
            <a:avLst/>
          </a:prstGeom>
          <a:solidFill>
            <a:srgbClr val="F1F6FA"/>
          </a:solidFill>
          <a:ln>
            <a:solidFill>
              <a:srgbClr val="DA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81928" y="4169664"/>
            <a:ext cx="68580" cy="1078992"/>
          </a:xfrm>
          <a:prstGeom prst="rect">
            <a:avLst/>
          </a:prstGeom>
          <a:solidFill>
            <a:srgbClr val="E1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3096" y="4315968"/>
            <a:ext cx="47823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5304C"/>
                </a:solidFill>
                <a:latin typeface="Aptos"/>
              </a:defRPr>
            </a:pPr>
            <a:r>
              <a:t>Comparable algorithms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681728"/>
            <a:ext cx="4782312" cy="4754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C3B4B"/>
                </a:solidFill>
                <a:latin typeface="Aptos"/>
              </a:defRPr>
            </a:pPr>
            <a:r>
              <a:t>Supports evidence-based comparison of FCFS, EDF, and greedy strategies.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0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769864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329669"/>
                </a:solidFill>
                <a:latin typeface="Aptos"/>
              </a:defRPr>
            </a:pPr>
            <a:r>
              <a:t>Target outcome: more reliable scheduling decisions and clear, reproducible delivery-performance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0515600" cy="18288"/>
          </a:xfrm>
          <a:prstGeom prst="rect">
            <a:avLst/>
          </a:prstGeom>
          <a:solidFill>
            <a:srgbClr val="3D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027" y="2788920"/>
            <a:ext cx="10515600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  <a:defRPr sz="3200" b="1">
                <a:solidFill>
                  <a:srgbClr val="28B7BE"/>
                </a:solidFill>
                <a:latin typeface="Aptos"/>
              </a:defRPr>
            </a:pPr>
            <a:r>
              <a:rPr sz="7200" dirty="0"/>
              <a:t>THANK YOU</a:t>
            </a:r>
            <a:r>
              <a:rPr lang="en-US" sz="7200" dirty="0"/>
              <a:t>!</a:t>
            </a:r>
            <a:endParaRPr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1088</Words>
  <Application>Microsoft Office PowerPoint</Application>
  <PresentationFormat>Widescreen</PresentationFormat>
  <Paragraphs>211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Kaviya V</dc:creator>
  <cp:keywords/>
  <dc:description>generated using python-pptx</dc:description>
  <cp:lastModifiedBy>Kaviya V</cp:lastModifiedBy>
  <cp:revision>4</cp:revision>
  <dcterms:created xsi:type="dcterms:W3CDTF">2013-01-27T09:14:16Z</dcterms:created>
  <dcterms:modified xsi:type="dcterms:W3CDTF">2026-10-27T04:34:30Z</dcterms:modified>
  <cp:category/>
</cp:coreProperties>
</file>